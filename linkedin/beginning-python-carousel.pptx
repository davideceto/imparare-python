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9144000"/>
  <p:notesSz cx="9144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an/Documents/ws/learning-python/docs/img/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365760"/>
            <a:ext cx="8595360" cy="44988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029200"/>
            <a:ext cx="9144000" cy="4114800"/>
          </a:xfrm>
          <a:prstGeom prst="rect">
            <a:avLst/>
          </a:prstGeom>
          <a:solidFill>
            <a:srgbClr val="642580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5303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Python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309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1BA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Blocks to Code with Monty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48640" y="78638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intelligent textbook for ages 10 and up — free, interactive, and open source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an/Documents/ws/learning-python/docs/img/mascot/thi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566160"/>
            <a:ext cx="2011680" cy="20116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4640" y="82296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425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Book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2834640" y="2103120"/>
            <a:ext cx="5852160" cy="576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is the #1 most-taught language in U.S. K-12 schools, yet most beginner resources assume too much. This book is built on a 450-concept learning graph, with every early chapter powered by live Skulpt labs — no installs, no accounts required.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425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Learning Graph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3566160" cy="6217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 concepts across 14 taxonomy categories, linked by 838 dependency edges. Foundational ideas sit on the left with no prerequisites; the most advanced topics — like neural networks — sit on the right, reachable only after everything they depend on is mastered.</a:t>
            </a:r>
            <a:endParaRPr lang="en-US" sz="1800" dirty="0"/>
          </a:p>
        </p:txBody>
      </p:sp>
      <p:pic>
        <p:nvPicPr>
          <p:cNvPr id="4" name="Image 0" descr="/Users/dan/Documents/ws/learning-python/linkedin/slides/learning-graph-zoo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1554480"/>
            <a:ext cx="40233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425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 Chapters, Beginner to Advanced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2682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1BA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566160"/>
            <a:ext cx="2682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230880" y="2103120"/>
            <a:ext cx="2682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1BA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450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3230880" y="3566160"/>
            <a:ext cx="2682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13120" y="2103120"/>
            <a:ext cx="2682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1BA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1,057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913120" y="3566160"/>
            <a:ext cx="2682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 Pages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4846320"/>
            <a:ext cx="74980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1: Welcome to Python &amp; Skulpt  →  Ch 5: Turtle Graphics  →  Ch 24: Recursion &amp; Fractals  →  Ch 32: Data Viz with Matplotlib  →  Ch 38: Neural Networks &amp; MNIST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425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 It. Run It. Modify It.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2682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👀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2682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42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28651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short, working turtle program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30880" y="2377440"/>
            <a:ext cx="2682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▶️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230880" y="3657600"/>
            <a:ext cx="2682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42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139440" y="4206240"/>
            <a:ext cx="28651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Run, watch Monty draw it live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13120" y="2377440"/>
            <a:ext cx="2682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✏️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913120" y="3657600"/>
            <a:ext cx="2682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42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 It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821680" y="4206240"/>
            <a:ext cx="28651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 color, a shape, a number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425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Monty, Your Guide</a:t>
            </a:r>
            <a:endParaRPr lang="en-US" sz="2700" dirty="0"/>
          </a:p>
        </p:txBody>
      </p:sp>
      <p:pic>
        <p:nvPicPr>
          <p:cNvPr id="3" name="Image 0" descr="/Users/dan/Documents/ws/learning-python/docs/img/mascot/welc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5448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" y="29260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openings</a:t>
            </a:r>
            <a:endParaRPr lang="en-US" sz="1200" dirty="0"/>
          </a:p>
        </p:txBody>
      </p:sp>
      <p:pic>
        <p:nvPicPr>
          <p:cNvPr id="5" name="Image 1" descr="/Users/dan/Documents/ws/learning-python/docs/img/mascot/thin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554480"/>
            <a:ext cx="1280160" cy="1280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423160" y="29260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&amp; key ideas</a:t>
            </a:r>
            <a:endParaRPr lang="en-US" sz="1200" dirty="0"/>
          </a:p>
        </p:txBody>
      </p:sp>
      <p:pic>
        <p:nvPicPr>
          <p:cNvPr id="7" name="Image 2" descr="/Users/dan/Documents/ws/learning-python/docs/img/mascot/t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554480"/>
            <a:ext cx="1280160" cy="128016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434840" y="29260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 hints</a:t>
            </a:r>
            <a:endParaRPr lang="en-US" sz="1200" dirty="0"/>
          </a:p>
        </p:txBody>
      </p:sp>
      <p:pic>
        <p:nvPicPr>
          <p:cNvPr id="9" name="Image 3" descr="/Users/dan/Documents/ws/learning-python/docs/img/mascot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554480"/>
            <a:ext cx="1280160" cy="128016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446520" y="29260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Spot-the-bug challenges</a:t>
            </a:r>
            <a:endParaRPr lang="en-US" sz="1200" dirty="0"/>
          </a:p>
        </p:txBody>
      </p:sp>
      <p:pic>
        <p:nvPicPr>
          <p:cNvPr id="11" name="Image 4" descr="/Users/dan/Documents/ws/learning-python/docs/img/mascot/encourag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0240" y="4937760"/>
            <a:ext cx="1280160" cy="128016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417320" y="63093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Tough concepts</a:t>
            </a:r>
            <a:endParaRPr lang="en-US" sz="1200" dirty="0"/>
          </a:p>
        </p:txBody>
      </p:sp>
      <p:pic>
        <p:nvPicPr>
          <p:cNvPr id="13" name="Image 5" descr="/Users/dan/Documents/ws/learning-python/docs/img/mascot/celebrati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1920" y="4937760"/>
            <a:ext cx="1280160" cy="128016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3429000" y="63093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wrap-ups</a:t>
            </a:r>
            <a:endParaRPr lang="en-US" sz="1200" dirty="0"/>
          </a:p>
        </p:txBody>
      </p:sp>
      <p:pic>
        <p:nvPicPr>
          <p:cNvPr id="15" name="Image 6" descr="/Users/dan/Documents/ws/learning-python/docs/img/mascot/neutra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4937760"/>
            <a:ext cx="1280160" cy="128016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440680" y="63093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asides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23360" y="64008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425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 Interactive MicroSims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023360" y="1737360"/>
            <a:ext cx="3566160" cy="6217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MicroSims are small, playable simulations embedded right in the page — no separate app, no install. This Fractal Tree Explorer lets students drag sliders for branch angle, depth, and shrink, and watch recursion draw itself in real time.</a:t>
            </a:r>
            <a:endParaRPr lang="en-US" sz="1800" dirty="0"/>
          </a:p>
        </p:txBody>
      </p:sp>
      <p:pic>
        <p:nvPicPr>
          <p:cNvPr id="4" name="Image 0" descr="/Users/dan/Documents/ws/learning-python/docs/sims/fractal-tree-explorer/fractal-tree-explor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40233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425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Beyond the Chapters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📖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42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338 Terms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11179-style glossary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60320" y="237744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❓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560320" y="36576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42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Answers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468880" y="420624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Frequently asked questions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237744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📝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72000" y="36576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42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 Questions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480560" y="420624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 quizzes, every chapter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237744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📚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583680" y="36576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42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 References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92240" y="420624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Annotated, curated sources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an/Documents/ws/learning-python/docs/img/lic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0" y="914400"/>
            <a:ext cx="3657600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425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License, Yours to Adapt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1005840" y="4023360"/>
            <a:ext cx="71323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share, remix, and build on — CC BY-NC-SA 4.0. Swap in your own school's colors, logo, and mascot, as long as you keep it open and give credit.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425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a New Chapter in an Afternoon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42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course description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60320" y="237744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🕸️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560320" y="36576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42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It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468880" y="420624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slot into the learning graph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237744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✍️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72000" y="36576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42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It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480560" y="420624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skills draft the lesson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237744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📖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583680" y="36576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42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It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92240" y="420624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mascot, same style, same rigor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0" y="8229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📊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425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to Keep Improving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05840" y="4023360"/>
            <a:ext cx="71323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page and MicroSim already reports real usage through Google Analytics — the foundation for agents that can propose new content or MicroSim variants and let engagement data help pick the winner.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425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Students &amp; Teachers Love It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5486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737360"/>
            <a:ext cx="676656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 concepts, 0 dependency violations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944368"/>
            <a:ext cx="5486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944368"/>
            <a:ext cx="676656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interactive MicroSims, playable in-browser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4151376"/>
            <a:ext cx="5486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676656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338 glossary terms · 380 quiz questions · 380 references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5358384"/>
            <a:ext cx="5486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358384"/>
            <a:ext cx="676656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installs, no accounts — Skulpt runs in the browser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6565392"/>
            <a:ext cx="5486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63040" y="6565392"/>
            <a:ext cx="676656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open source, and yours to customize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6425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an/Documents/ws/learning-python/docs/img/mascot/cele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0" y="73152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9260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to Start Coding?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48640" y="44805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1BA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dmccreary.github.io/learning-python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51206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github.com/dmccreary/learning-python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77724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 concepts • 38 chapters • 31 MicroSims • free &amp; open source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2026-08-31T11:46:33Z</dcterms:created>
  <dcterms:modified xsi:type="dcterms:W3CDTF">2026-08-31T11:46:33Z</dcterms:modified>
</cp:coreProperties>
</file>